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CC"/>
                </a:solidFill>
              </a:rPr>
              <a:t>115學年度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CC"/>
                </a:solidFill>
              </a:rPr>
              <a:t>資通訊科技實作競賽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三合一校園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機器人系統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</a:rPr>
              <a:t>App 1 自動板擦機器人  ·  App 2 校園服務機器人  ·  App 3 心靈守護者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560320" cy="12801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57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板擦機器人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3657600"/>
            <a:ext cx="2560320" cy="12801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657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服務機器人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3657600"/>
            <a:ext cx="256032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657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心靈守護者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Arduino UNO R4 WiFi  ·  React  ·  Node.js  ·  Firebase  ·  Google Gemini 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3"/>
                </a:solidFill>
              </a:rPr>
              <a:t>整體系統架構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</a:rPr>
              <a:t>三個 App 共用同一套 Arduino 硬體，透過 App 1 的 Node.js 橋接層統一管理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188720"/>
            <a:ext cx="2926080" cy="640080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188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⚙  Arduino UNO R4 WiFi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（伺服機、LED矩陣、感測器）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29260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Node.js Serial 橋接層（App 1 專屬）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↑ USB Serial 指令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2468880" cy="1005840"/>
          </a:xfrm>
          <a:prstGeom prst="rect">
            <a:avLst/>
          </a:prstGeom>
          <a:solidFill>
            <a:srgbClr val="FFF0E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00"/>
                </a:solidFill>
              </a:rPr>
              <a:t>App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7A00"/>
                </a:solidFill>
              </a:rPr>
              <a:t>AI 自動板擦機器人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2468880" cy="1005840"/>
          </a:xfrm>
          <a:prstGeom prst="rect">
            <a:avLst/>
          </a:prstGeom>
          <a:solidFill>
            <a:srgbClr val="E8FBF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App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校園服務機器人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926080"/>
            <a:ext cx="2468880" cy="1005840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26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App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AI 心靈守護者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743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↓ REST API / WebSocket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4937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072"/>
                </a:solidFill>
              </a:rPr>
              <a:t>所有 Serial 指令（CLEAN_START / ERASE_ALL / ALERT_SIGNAL…）都透過同一個 handleCommand() 分發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App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</a:rPr>
              <a:t>AI 自動板擦機器人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</a:rPr>
              <a:t>老師一鍵下令，機器人自動辨識黑板區域並精準擦除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206240" cy="1828800"/>
          </a:xfrm>
          <a:prstGeom prst="rect">
            <a:avLst/>
          </a:prstGeom>
          <a:solidFill>
            <a:srgbClr val="FFF5F0"/>
          </a:solidFill>
          <a:ln w="12700">
            <a:solidFill>
              <a:srgbClr val="FFCC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解決的問題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3"/>
                </a:solidFill>
              </a:rPr>
              <a:t>• 老師擦黑板費時費力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3"/>
                </a:solidFill>
              </a:rPr>
              <a:t>• 粉筆灰影響健康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883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3"/>
                </a:solidFill>
              </a:rPr>
              <a:t>• 區域擦除不精準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4206240" cy="1828800"/>
          </a:xfrm>
          <a:prstGeom prst="rect">
            <a:avLst/>
          </a:prstGeom>
          <a:solidFill>
            <a:srgbClr val="FFF0E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我們的解法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3"/>
                </a:solidFill>
              </a:rPr>
              <a:t>• App 選區域 → 送指令給 Arduino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3"/>
                </a:solidFill>
              </a:rPr>
              <a:t>• 伺服機帶動板擦臂來回移動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6883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D23"/>
                </a:solidFill>
              </a:rPr>
              <a:t>• AI 偵測黑板確認擦淨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3"/>
                </a:solidFill>
              </a:rPr>
              <a:t>核心 Serial 指令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2560320" cy="347472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CLEAN_START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0" y="3749040"/>
            <a:ext cx="2560320" cy="347472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ERASE_ALL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3749040"/>
            <a:ext cx="2560320" cy="347472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749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ERASE_REGION_A/B/C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2560320" cy="347472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KEEP_REGION_A/B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08960" y="4206240"/>
            <a:ext cx="2560320" cy="347472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PAUSE_TASK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4206240"/>
            <a:ext cx="2560320" cy="347472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4206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FIREWORK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</a:rPr>
              <a:t>App 1｜系統狀態圖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</a:rPr>
              <a:t>機器人在不同指令下的狀態轉移（完整 Draw.io 圖檔：docs/competition/app1-板擦機器人/state-diagram.drawio）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0" y="1097280"/>
            <a:ext cx="2011680" cy="594360"/>
          </a:xfrm>
          <a:prstGeom prst="ellipse">
            <a:avLst/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0972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</a:rPr>
              <a:t>⏸ 待命中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920240"/>
            <a:ext cx="2011680" cy="594360"/>
          </a:xfrm>
          <a:prstGeom prst="ellipse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920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</a:rPr>
              <a:t>🔗 連線中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2743200"/>
            <a:ext cx="2011680" cy="594360"/>
          </a:xfrm>
          <a:prstGeom prst="ellipse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743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</a:rPr>
              <a:t>✅ 已連線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566160"/>
            <a:ext cx="2011680" cy="594360"/>
          </a:xfrm>
          <a:prstGeom prst="ellipse">
            <a:avLst/>
          </a:prstGeom>
          <a:solidFill>
            <a:srgbClr val="FFE6CC"/>
          </a:solidFill>
          <a:ln w="19050">
            <a:solidFill>
              <a:srgbClr val="D79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</a:rPr>
              <a:t>🚗 移動中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3566160"/>
            <a:ext cx="2011680" cy="594360"/>
          </a:xfrm>
          <a:prstGeom prst="ellipse">
            <a:avLst/>
          </a:prstGeom>
          <a:solidFill>
            <a:srgbClr val="F8CECC"/>
          </a:solidFill>
          <a:ln w="1905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</a:rPr>
              <a:t>🧹 清潔中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2011680" cy="594360"/>
          </a:xfrm>
          <a:prstGeom prst="ellipse">
            <a:avLst/>
          </a:prstGeom>
          <a:solidFill>
            <a:srgbClr val="E8E8E8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5661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</a:rPr>
              <a:t>⏸ 暫停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4480560"/>
            <a:ext cx="2011680" cy="594360"/>
          </a:xfrm>
          <a:prstGeom prst="ellipse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4480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3"/>
                </a:solidFill>
              </a:rPr>
              <a:t>🎆 任務完成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↓ 按下連線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↓ 連線成功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↓ CLEAN_START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2064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↓ PAUSE_TASK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↓ 清潔完成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031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← CLEAN_START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</a:rPr>
              <a:t>App 1｜Scratch 積木藍圖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</a:rPr>
              <a:t>用 Scratch 重現板擦機器人的核心邏輯，幫助理解程式流程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926080" cy="1828800"/>
          </a:xfrm>
          <a:prstGeom prst="rect">
            <a:avLst/>
          </a:prstGeom>
          <a:solidFill>
            <a:srgbClr val="FFF0E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角色（Sprites）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🤖 板擦機器人（4造型）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🖊 黑板（5造型）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🤖 AI 助手（說話泡泡）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🔘 控制按鈕（3個）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1005840"/>
            <a:ext cx="5486400" cy="3931920"/>
          </a:xfrm>
          <a:prstGeom prst="rect">
            <a:avLst/>
          </a:prstGeom>
          <a:solidFill>
            <a:srgbClr val="1A1D23"/>
          </a:solidFill>
          <a:ln w="12700">
            <a:solidFill>
              <a:srgbClr val="33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097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A00"/>
                </a:solidFill>
              </a:rPr>
              <a:t>積木腳本範例（板擦機器人）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14173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🟡 當 ▶ 被點擊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16733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移到 x:-150 y:0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0" y="192938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切換造型為「待命」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0" y="218541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說「等待指令...」2秒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0" y="244144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0" y="269748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當接收到「開始清潔」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0" y="295351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切換造型為「移動中」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0" y="320954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重複直到 碰到「黑板」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0" y="346557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移動 10 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0" y="37216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切換造型為「擦拭中」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0" y="397764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重複 5 次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0" y="423367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移動20步 → 移動-20步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0" y="448970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廣播「清潔完成」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50292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完整藍圖：docs/competition/app1-板擦機器人/scratch-blueprint.md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App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</a:rPr>
              <a:t>校園服務機器人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</a:rPr>
              <a:t>多台機器人同時在校園執勤，一個畫面看全局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206240" cy="1143000"/>
          </a:xfrm>
          <a:prstGeom prst="rect">
            <a:avLst/>
          </a:prstGeom>
          <a:solidFill>
            <a:srgbClr val="E8FBF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🗺  派遣地圖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3"/>
                </a:solidFill>
              </a:rPr>
              <a:t>校園地圖上點選目的地，機器人自動規劃路徑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206240" cy="1143000"/>
          </a:xfrm>
          <a:prstGeom prst="rect">
            <a:avLst/>
          </a:prstGeom>
          <a:solidFill>
            <a:srgbClr val="E8FBF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📦  送貨追蹤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3"/>
                </a:solidFill>
              </a:rPr>
              <a:t>即時顯示機器人位置與任務進度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206240" cy="1143000"/>
          </a:xfrm>
          <a:prstGeom prst="rect">
            <a:avLst/>
          </a:prstGeom>
          <a:solidFill>
            <a:srgbClr val="E8FBF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📊  儀表板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3"/>
                </a:solidFill>
              </a:rPr>
              <a:t>電量、速度、完成率一眼看清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206240" cy="1143000"/>
          </a:xfrm>
          <a:prstGeom prst="rect">
            <a:avLst/>
          </a:prstGeom>
          <a:solidFill>
            <a:srgbClr val="E8FBF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📋  學生回報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291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3"/>
                </a:solidFill>
              </a:rPr>
              <a:t>任務完成後自動生成報告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3"/>
                </a:solidFill>
              </a:rPr>
              <a:t>任務5步驟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155448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建立任務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4709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57400" y="4617720"/>
            <a:ext cx="155448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指定機器人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11880" y="4709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4617720"/>
            <a:ext cx="155448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設定目的地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4709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23560" y="4617720"/>
            <a:ext cx="155448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出發追蹤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78040" y="470916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4617720"/>
            <a:ext cx="1554480" cy="5029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5. 完成回報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</a:rPr>
              <a:t>App 2｜Scratch 積木藍圖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</a:rPr>
              <a:t>用 Scratch 模擬機器人接到任務、移動、到達、回報的完整流程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926080" cy="1645920"/>
          </a:xfrm>
          <a:prstGeom prst="rect">
            <a:avLst/>
          </a:prstGeom>
          <a:solidFill>
            <a:srgbClr val="E8FBF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角色（Sprites）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🤖 服務機器人（4台造型）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🗺 校園地圖（背景）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📋 任務卡片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✅ 完成標誌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0" y="1005840"/>
            <a:ext cx="5486400" cy="3931920"/>
          </a:xfrm>
          <a:prstGeom prst="rect">
            <a:avLst/>
          </a:prstGeom>
          <a:solidFill>
            <a:srgbClr val="1A1D23"/>
          </a:solidFill>
          <a:ln w="12700">
            <a:solidFill>
              <a:srgbClr val="333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097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積木腳本範例（服務機器人）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14173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🟡 當 ▶ 被點擊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16733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移到 起點位置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0" y="192938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說「等待派遣...」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0" y="218541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0" y="244144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當接收到「派遣任務」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0" y="269748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顯示 任務卡片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0" y="295351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說「收到！前往目的地」2秒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0" y="320954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重複直到 到達目的地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0" y="346557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面向 目標方向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0" y="37216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移動 5 步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0" y="397764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說「任務完成！」3秒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0" y="423367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廣播「回傳報告」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0" y="448970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0" y="474573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🔵 當接收到「回傳報告」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0" y="500176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顯示 完成標誌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50292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完整藍圖：docs/competition/app2-校園服務機器人/scratch-blueprint.md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App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23"/>
                </a:solidFill>
              </a:rPr>
              <a:t>AI 校園心靈守護者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</a:rPr>
              <a:t>感測器 + AI 分析，及早發現需要關懷的同學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</a:rPr>
              <a:t>系統三層架構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68680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1. 感測層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3"/>
                </a:solidFill>
              </a:rPr>
              <a:t>校園各點感測節點持續偵測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8686800" cy="658368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2. AI 分析層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3"/>
                </a:solidFill>
              </a:rPr>
              <a:t>判斷風險等級（高/中/低）並生成關懷建議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8686800" cy="658368"/>
          </a:xfrm>
          <a:prstGeom prst="rect">
            <a:avLst/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3. 行動層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3"/>
                </a:solidFill>
              </a:rPr>
              <a:t>通知老師 → 部署關懷 → 結案追蹤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251960"/>
            <a:ext cx="4206240" cy="822960"/>
          </a:xfrm>
          <a:prstGeom prst="rect">
            <a:avLst/>
          </a:prstGeom>
          <a:solidFill>
            <a:srgbClr val="FFF0F3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</a:rPr>
              <a:t>🔒 隱私保護設計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學生使用別名（小明、小花），真實姓名不進入系統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4251960"/>
            <a:ext cx="4206240" cy="822960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🤖 AI 關懷建議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617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根據警示類型自動推薦關懷策略，減輕老師負擔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3"/>
                </a:solidFill>
              </a:rPr>
              <a:t>App 3｜Scratch 積木藍圖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</a:rPr>
              <a:t>用 Scratch 模擬 AI 偵測→警示→老師關懷的完整流程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926080" cy="1920240"/>
          </a:xfrm>
          <a:prstGeom prst="rect">
            <a:avLst/>
          </a:prstGeom>
          <a:solidFill>
            <a:srgbClr val="F3EE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角色（Sprites）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🤖 守護者AI機器人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👦 學生（3造型）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🚨 警示燈（紅/黃/綠）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💌 關懷卡片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7063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3"/>
                </a:solidFill>
              </a:rPr>
              <a:t>👩‍🏫 老師角色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1005840"/>
            <a:ext cx="5486400" cy="3931920"/>
          </a:xfrm>
          <a:prstGeom prst="rect">
            <a:avLst/>
          </a:prstGeom>
          <a:solidFill>
            <a:srgbClr val="1A1D23"/>
          </a:solidFill>
          <a:ln w="12700">
            <a:solidFill>
              <a:srgbClr val="333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097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積木腳本範例（守護者 AI）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4173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🟡 當 ▶ 被點擊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0" y="16733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永遠重複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0" y="192938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如果 學生造型 = 難過 那麼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0" y="218541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廣播「觸發警示」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0" y="244144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等待 1 秒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0" y="269748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0" y="295351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當接收到「觸發警示」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0" y="320954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警示燈 切換造型「紅色」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0" y="346557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說「偵測到異常！AI分析中...」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0" y="37216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等待 2 秒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0" y="397764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廣播「AI建議出爐」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0" y="423367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0" y="4489704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🟣 當接收到「AI建議出爐」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0" y="474573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關懷卡片 顯示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0" y="500176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說「建議：給同學溫暖問候」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50292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072"/>
                </a:solidFill>
              </a:rPr>
              <a:t>完整藍圖：docs/competition/app3-心靈守護者/scratch-blueprint.md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D23"/>
                </a:solidFill>
              </a:rPr>
              <a:t>我們的學習歷程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</a:rPr>
              <a:t>從想法到實作，每一步都是學習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143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8CD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502920" cy="11430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3"/>
                </a:solidFill>
              </a:rPr>
              <a:t>發現問題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508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</a:rPr>
              <a:t>觀察學校環境，發現老師擦黑板費力、機器人跑腿不方便、同學心理健康需要關注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4206240" cy="1143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8C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51560"/>
            <a:ext cx="502920" cy="1143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5156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143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3"/>
                </a:solidFill>
              </a:rPr>
              <a:t>查資料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1508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</a:rPr>
              <a:t>學習 Arduino 控制、了解 Serial 通訊原理、研究 AI 推薦系統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206240" cy="1143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8C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77440"/>
            <a:ext cx="50292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774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468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3"/>
                </a:solidFill>
              </a:rPr>
              <a:t>用 Scratch 試想法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834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</a:rPr>
              <a:t>先在 Scratch 上模擬機器人動作，確認邏輯對了再進入實際開發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377440"/>
            <a:ext cx="4206240" cy="1143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8C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377440"/>
            <a:ext cx="50292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3774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468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3"/>
                </a:solidFill>
              </a:rPr>
              <a:t>畫流程圖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834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</a:rPr>
              <a:t>用 Draw.io 畫出每個 App 的狀態圖和使用者流程，讓分工更清楚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703320"/>
            <a:ext cx="4206240" cy="1143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8CD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703320"/>
            <a:ext cx="502920" cy="114300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7033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3794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3"/>
                </a:solidFill>
              </a:rPr>
              <a:t>組裝 &amp; 測試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4160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</a:rPr>
              <a:t>把三個 App 接上同一個 Arduino，反覆測試指令有沒有正確執行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4206240" cy="1143000"/>
          </a:xfrm>
          <a:prstGeom prst="rect">
            <a:avLst/>
          </a:prstGeom>
          <a:solidFill>
            <a:srgbClr val="F8F9FB"/>
          </a:solidFill>
          <a:ln w="12700">
            <a:solidFill>
              <a:srgbClr val="C8CD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703320"/>
            <a:ext cx="502920" cy="11430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70332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37947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3"/>
                </a:solidFill>
              </a:rPr>
              <a:t>改進 &amp; 完成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4160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072"/>
                </a:solidFill>
              </a:rPr>
              <a:t>根據老師試用回饋調整介面，加上導覽教學和問題回報功能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D23"/>
          </a:solidFill>
          <a:ln w="12700">
            <a:solidFill>
              <a:srgbClr val="1A1D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12192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謝謝評審老師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🤖  🏫  💚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DD"/>
                </a:solidFill>
              </a:rPr>
              <a:t>三個 App 共同解決校園三大問題：清潔效率、服務配送、心理關懷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2194560" cy="54864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1：板擦機器人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3383280"/>
            <a:ext cx="2194560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2：服務機器人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3383280"/>
            <a:ext cx="21945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383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3：心靈守護者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佐證素材（Draw.io / Scratch 藍圖）：docs/competition/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2026-05-03T09:42:55Z</dcterms:created>
  <dcterms:modified xsi:type="dcterms:W3CDTF">2026-05-03T09:42:55Z</dcterms:modified>
</cp:coreProperties>
</file>